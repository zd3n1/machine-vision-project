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D2778E-8B25-5899-85BC-3E56B1296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AFB2385-4E50-580A-98BF-1F73C202C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2FA26CE-CC95-0D0D-4168-DDA188B2D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C52B-AA4D-4F93-B7A4-0C93E00E7753}" type="datetimeFigureOut">
              <a:rPr lang="pl-PL" smtClean="0"/>
              <a:t>30.01.2026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03746CE-08A3-473D-3EFB-F34F8DB4F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5484BEC-9231-DE99-5FE7-1073A380C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94F9B-78ED-492A-BC1F-48E3DE7D1B6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10074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364B02-820E-DEE4-8362-BE3A75E1C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9B51A31-CCBA-D4F1-0891-CF34059E9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6832FD6-FD62-99B7-2DB2-20D3DD999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C52B-AA4D-4F93-B7A4-0C93E00E7753}" type="datetimeFigureOut">
              <a:rPr lang="pl-PL" smtClean="0"/>
              <a:t>30.01.2026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9BFBC15-ABCC-9DB7-972A-5A6E4FD1D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7110BBE-8A70-0DAF-042D-4DB8698D6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94F9B-78ED-492A-BC1F-48E3DE7D1B6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2182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9163DEE-C5A8-9D50-1CA0-8352E3A7B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AA6C28D-BED3-39F9-6B70-E55A7A0B9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A8E1DC0-08B5-1CA5-CEDF-05BF41353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C52B-AA4D-4F93-B7A4-0C93E00E7753}" type="datetimeFigureOut">
              <a:rPr lang="pl-PL" smtClean="0"/>
              <a:t>30.01.2026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ABF34D0-8E9B-2165-938D-3747EC4FB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EE0D02E-1145-AF71-E407-CEB269DE1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94F9B-78ED-492A-BC1F-48E3DE7D1B6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4952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B7BBF32-E6B4-6A53-0748-D777C7188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753F53A-4FF5-6E5D-675F-642AF0EEF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2E0393C-AE3A-E41A-46DE-4FC621F00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1F2B7B9-0E46-A19A-EEBD-CEE2BB583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C52B-AA4D-4F93-B7A4-0C93E00E7753}" type="datetimeFigureOut">
              <a:rPr lang="pl-PL" smtClean="0"/>
              <a:t>30.01.2026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63F273E-B7E7-C7C2-69B8-405AC5E47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9C47469-3E48-D938-9967-90F1F10F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94F9B-78ED-492A-BC1F-48E3DE7D1B6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15170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6C79C81-20F3-E36D-4530-372693EA8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27A3277-0036-E653-9ACF-3C13CE507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F99A063-569A-0A0E-A958-855865F5F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C6DDEB0-0A6D-2992-3F8D-274E3454C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6640F7C-A14E-A384-232C-B0B072D722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B0247F6-9CCB-F3B7-1088-33F31B301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C52B-AA4D-4F93-B7A4-0C93E00E7753}" type="datetimeFigureOut">
              <a:rPr lang="pl-PL" smtClean="0"/>
              <a:t>30.01.2026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2DCF076F-4844-0049-75F1-FD9A5B37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6635F885-6F0A-1396-8780-E653EECD3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94F9B-78ED-492A-BC1F-48E3DE7D1B6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85008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3235B6C-1613-0C50-28C4-A40D481C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8C6475F5-0B27-CD40-F750-21311B27B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C52B-AA4D-4F93-B7A4-0C93E00E7753}" type="datetimeFigureOut">
              <a:rPr lang="pl-PL" smtClean="0"/>
              <a:t>30.01.2026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B6553A9-527F-07AB-C9D9-23B54D6E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8FDFB4C3-E2D6-F5AB-7DD4-508AABDFD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94F9B-78ED-492A-BC1F-48E3DE7D1B6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4014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20E6D436-DC07-A8D9-D678-8DF5AEA30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C52B-AA4D-4F93-B7A4-0C93E00E7753}" type="datetimeFigureOut">
              <a:rPr lang="pl-PL" smtClean="0"/>
              <a:t>30.01.2026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82442937-7AFA-7081-4C75-41CF106F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0304D8E-CC00-FE9F-14F7-CC3FB911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94F9B-78ED-492A-BC1F-48E3DE7D1B6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41297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47B8005-0E2C-CA3E-B534-911AF3F19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E6671F3-6822-31B3-4C57-4F20AA4DE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5C8B6FD-2134-43B5-BFE6-FEAA1FDAF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B604006-195E-A20B-4A8D-A7E8645B2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C52B-AA4D-4F93-B7A4-0C93E00E7753}" type="datetimeFigureOut">
              <a:rPr lang="pl-PL" smtClean="0"/>
              <a:t>30.01.2026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4668474-B35E-8F76-60BE-19A34D6B4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8E4CF2E-4497-196B-22A5-572D1266B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94F9B-78ED-492A-BC1F-48E3DE7D1B6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31966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76096F-1F18-1016-E088-26CAB3691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FC4E2E31-557F-DE56-D3FD-2FC3F1D4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9802958-E865-7733-0192-0AA7C0B05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1EAE588-30A0-ADDA-55C7-7910FD48F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C52B-AA4D-4F93-B7A4-0C93E00E7753}" type="datetimeFigureOut">
              <a:rPr lang="pl-PL" smtClean="0"/>
              <a:t>30.01.2026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5DBC367-9E25-567D-E087-A1CF15819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0E8EDDB-68FC-560D-0BD3-14159106C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94F9B-78ED-492A-BC1F-48E3DE7D1B6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3487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BCAB257-29D1-399A-D86D-2CF578B35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9187605-6404-C7CB-CB87-9161B3AEA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CE39FE8-99AB-FB03-A4A9-9FE74D0A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C52B-AA4D-4F93-B7A4-0C93E00E7753}" type="datetimeFigureOut">
              <a:rPr lang="pl-PL" smtClean="0"/>
              <a:t>30.01.2026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C646686-4402-275D-F361-D900EE03C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9D0157B-570A-CFBA-D35A-F56EDBCD5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94F9B-78ED-492A-BC1F-48E3DE7D1B6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95053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306A1920-5ED7-55B9-2B56-67F045E68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C98CE38-8C3C-DFE7-096D-9C5AD807F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0D109CA-79A8-F182-DC7E-ABCB37F62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C52B-AA4D-4F93-B7A4-0C93E00E7753}" type="datetimeFigureOut">
              <a:rPr lang="pl-PL" smtClean="0"/>
              <a:t>30.01.2026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34E4904-06E2-2C6A-FB7C-610F638E2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4574E29-A20C-C7BC-2DB5-0CCAAE473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94F9B-78ED-492A-BC1F-48E3DE7D1B6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0357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E576B82C-9C34-BF40-E475-FD3443294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D04A18B-5843-DD2C-DC71-5A20CF226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105592F-7C92-5548-1D1F-06B83DF907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23C52B-AA4D-4F93-B7A4-0C93E00E7753}" type="datetimeFigureOut">
              <a:rPr lang="pl-PL" smtClean="0"/>
              <a:t>30.01.2026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4CE00DE-D388-B060-BDFC-3E12D01EF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134C519-8341-D6D5-93A8-F0D133076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C94F9B-78ED-492A-BC1F-48E3DE7D1B6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89542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3D2A2E-E25E-4500-84F2-F98DF938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Few-shot</a:t>
            </a:r>
            <a:r>
              <a:rPr lang="pl-PL" dirty="0"/>
              <a:t> learning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814F2D5-0313-DF75-BBD7-27097222E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/>
              <a:t>Recognise</a:t>
            </a:r>
            <a:r>
              <a:rPr lang="pl-PL" dirty="0"/>
              <a:t> </a:t>
            </a:r>
            <a:r>
              <a:rPr lang="pl-PL" dirty="0" err="1"/>
              <a:t>cancer</a:t>
            </a:r>
            <a:r>
              <a:rPr lang="pl-PL" dirty="0"/>
              <a:t> </a:t>
            </a:r>
            <a:r>
              <a:rPr lang="pl-PL" dirty="0" err="1"/>
              <a:t>type</a:t>
            </a:r>
            <a:r>
              <a:rPr lang="pl-PL" dirty="0"/>
              <a:t> </a:t>
            </a:r>
            <a:r>
              <a:rPr lang="pl-PL" dirty="0" err="1"/>
              <a:t>based</a:t>
            </a:r>
            <a:r>
              <a:rPr lang="pl-PL" dirty="0"/>
              <a:t> on </a:t>
            </a:r>
            <a:r>
              <a:rPr lang="pl-PL" dirty="0" err="1"/>
              <a:t>images</a:t>
            </a:r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r>
              <a:rPr lang="pl-PL" dirty="0"/>
              <a:t>Model </a:t>
            </a:r>
            <a:r>
              <a:rPr lang="pl-PL" dirty="0" err="1"/>
              <a:t>trained</a:t>
            </a:r>
            <a:r>
              <a:rPr lang="pl-PL" dirty="0"/>
              <a:t> </a:t>
            </a:r>
            <a:r>
              <a:rPr lang="pl-PL" dirty="0" err="1"/>
              <a:t>only</a:t>
            </a:r>
            <a:r>
              <a:rPr lang="pl-PL" dirty="0"/>
              <a:t> on 5 </a:t>
            </a:r>
            <a:r>
              <a:rPr lang="pl-PL" dirty="0" err="1"/>
              <a:t>images</a:t>
            </a:r>
            <a:r>
              <a:rPr lang="pl-PL" dirty="0"/>
              <a:t> per </a:t>
            </a:r>
            <a:r>
              <a:rPr lang="pl-PL" dirty="0" err="1"/>
              <a:t>class</a:t>
            </a: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404D269-BFC2-01A7-C1DD-6C77D339AC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62200"/>
            <a:ext cx="2133600" cy="2133600"/>
          </a:xfrm>
          <a:prstGeom prst="rect">
            <a:avLst/>
          </a:prstGeom>
        </p:spPr>
      </p:pic>
      <p:pic>
        <p:nvPicPr>
          <p:cNvPr id="7" name="Obraz 6" descr="Obraz zawierający kleszcz&#10;&#10;Zawartość wygenerowana przez AI może być niepoprawna.">
            <a:extLst>
              <a:ext uri="{FF2B5EF4-FFF2-40B4-BE49-F238E27FC236}">
                <a16:creationId xmlns:a16="http://schemas.microsoft.com/office/drawing/2014/main" id="{1491810D-6F5F-A5D3-6B89-46CD61728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809" y="2478210"/>
            <a:ext cx="1707028" cy="1707028"/>
          </a:xfrm>
          <a:prstGeom prst="rect">
            <a:avLst/>
          </a:prstGeom>
        </p:spPr>
      </p:pic>
      <p:pic>
        <p:nvPicPr>
          <p:cNvPr id="9" name="Obraz 8" descr="Obraz zawierający róż, wzór, materiał, czerwony&#10;&#10;Zawartość wygenerowana przez AI może być niepoprawna.">
            <a:extLst>
              <a:ext uri="{FF2B5EF4-FFF2-40B4-BE49-F238E27FC236}">
                <a16:creationId xmlns:a16="http://schemas.microsoft.com/office/drawing/2014/main" id="{18A0FD0F-9FA4-1C27-9CB9-D38ED3FB94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0843" y="2362200"/>
            <a:ext cx="21336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50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95B7A19-E46E-86F5-22A7-3FE53D4C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Few-shot</a:t>
            </a:r>
            <a:r>
              <a:rPr lang="pl-PL" dirty="0"/>
              <a:t> learning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47D9363-FEB4-7B3E-B2E8-831763532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We </a:t>
            </a:r>
            <a:r>
              <a:rPr lang="pl-PL" dirty="0" err="1"/>
              <a:t>preprocessed</a:t>
            </a:r>
            <a:r>
              <a:rPr lang="pl-PL" dirty="0"/>
              <a:t> the </a:t>
            </a:r>
            <a:r>
              <a:rPr lang="pl-PL" dirty="0" err="1"/>
              <a:t>images</a:t>
            </a:r>
            <a:r>
              <a:rPr lang="pl-PL" dirty="0"/>
              <a:t>, </a:t>
            </a:r>
            <a:r>
              <a:rPr lang="pl-PL" dirty="0" err="1"/>
              <a:t>cropped</a:t>
            </a:r>
            <a:r>
              <a:rPr lang="pl-PL" dirty="0"/>
              <a:t> </a:t>
            </a:r>
            <a:r>
              <a:rPr lang="pl-PL" dirty="0" err="1"/>
              <a:t>exterior</a:t>
            </a:r>
            <a:r>
              <a:rPr lang="pl-PL" dirty="0"/>
              <a:t> skin</a:t>
            </a:r>
          </a:p>
          <a:p>
            <a:r>
              <a:rPr lang="pl-PL" dirty="0"/>
              <a:t>We </a:t>
            </a:r>
            <a:r>
              <a:rPr lang="pl-PL" dirty="0" err="1"/>
              <a:t>used</a:t>
            </a:r>
            <a:r>
              <a:rPr lang="pl-PL" dirty="0"/>
              <a:t> </a:t>
            </a:r>
            <a:r>
              <a:rPr lang="pl-PL" dirty="0" err="1"/>
              <a:t>both</a:t>
            </a:r>
            <a:r>
              <a:rPr lang="pl-PL" dirty="0"/>
              <a:t> resnet-18 and </a:t>
            </a:r>
            <a:r>
              <a:rPr lang="pl-PL" dirty="0" err="1"/>
              <a:t>our</a:t>
            </a:r>
            <a:r>
              <a:rPr lang="pl-PL" dirty="0"/>
              <a:t> </a:t>
            </a:r>
            <a:r>
              <a:rPr lang="pl-PL" dirty="0" err="1"/>
              <a:t>own</a:t>
            </a:r>
            <a:r>
              <a:rPr lang="pl-PL" dirty="0"/>
              <a:t> </a:t>
            </a:r>
            <a:r>
              <a:rPr lang="pl-PL" dirty="0" err="1"/>
              <a:t>backbone</a:t>
            </a:r>
            <a:r>
              <a:rPr lang="pl-PL" dirty="0"/>
              <a:t> model</a:t>
            </a:r>
          </a:p>
          <a:p>
            <a:r>
              <a:rPr lang="pl-PL" dirty="0"/>
              <a:t>We </a:t>
            </a:r>
            <a:r>
              <a:rPr lang="pl-PL" dirty="0" err="1"/>
              <a:t>achived</a:t>
            </a:r>
            <a:r>
              <a:rPr lang="pl-PL" dirty="0"/>
              <a:t> </a:t>
            </a:r>
            <a:r>
              <a:rPr lang="pl-PL" dirty="0" err="1"/>
              <a:t>accuracy</a:t>
            </a:r>
            <a:r>
              <a:rPr lang="pl-PL" dirty="0"/>
              <a:t> of </a:t>
            </a:r>
            <a:r>
              <a:rPr lang="pl-PL" dirty="0" err="1"/>
              <a:t>around</a:t>
            </a:r>
            <a:r>
              <a:rPr lang="pl-PL" dirty="0"/>
              <a:t> 0.6 for </a:t>
            </a:r>
            <a:r>
              <a:rPr lang="pl-PL" dirty="0" err="1"/>
              <a:t>cancer</a:t>
            </a:r>
            <a:r>
              <a:rPr lang="pl-PL" dirty="0"/>
              <a:t> </a:t>
            </a:r>
            <a:r>
              <a:rPr lang="pl-PL" dirty="0" err="1"/>
              <a:t>type</a:t>
            </a:r>
            <a:r>
              <a:rPr lang="pl-PL" dirty="0"/>
              <a:t>, and </a:t>
            </a:r>
            <a:r>
              <a:rPr lang="pl-PL" dirty="0" err="1"/>
              <a:t>around</a:t>
            </a:r>
            <a:r>
              <a:rPr lang="pl-PL" dirty="0"/>
              <a:t> 0.8 for </a:t>
            </a:r>
            <a:r>
              <a:rPr lang="pl-PL" dirty="0" err="1"/>
              <a:t>classifying</a:t>
            </a:r>
            <a:r>
              <a:rPr lang="pl-PL" dirty="0"/>
              <a:t> </a:t>
            </a:r>
            <a:r>
              <a:rPr lang="pl-PL" dirty="0" err="1"/>
              <a:t>malignant</a:t>
            </a:r>
            <a:r>
              <a:rPr lang="pl-PL" dirty="0"/>
              <a:t>/</a:t>
            </a:r>
            <a:r>
              <a:rPr lang="pl-PL" dirty="0" err="1"/>
              <a:t>benign</a:t>
            </a:r>
            <a:r>
              <a:rPr lang="pl-PL" dirty="0"/>
              <a:t> </a:t>
            </a:r>
            <a:r>
              <a:rPr lang="pl-PL" dirty="0" err="1"/>
              <a:t>cancer</a:t>
            </a:r>
            <a:r>
              <a:rPr lang="pl-PL"/>
              <a:t>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8029282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</Words>
  <Application>Microsoft Office PowerPoint</Application>
  <PresentationFormat>Panoramiczny</PresentationFormat>
  <Paragraphs>12</Paragraphs>
  <Slides>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Motyw pakietu Office</vt:lpstr>
      <vt:lpstr>Few-shot learning</vt:lpstr>
      <vt:lpstr>Few-shot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Piotr Szymiec</dc:creator>
  <cp:lastModifiedBy>Piotr Szymiec</cp:lastModifiedBy>
  <cp:revision>1</cp:revision>
  <dcterms:created xsi:type="dcterms:W3CDTF">2026-01-30T11:46:45Z</dcterms:created>
  <dcterms:modified xsi:type="dcterms:W3CDTF">2026-01-30T11:49:48Z</dcterms:modified>
</cp:coreProperties>
</file>